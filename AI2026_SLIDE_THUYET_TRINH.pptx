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STAR TRACKER — DEMO LAPTOP</a:t>
            </a:r>
          </a:p>
          <a:p>
            <a:r>
              <a:rPr sz="1800" b="0">
                <a:solidFill>
                  <a:srgbClr val="D6E4F0"/>
                </a:solidFill>
                <a:latin typeface="Calibri"/>
              </a:rPr>
              <a:t>Centroid → Pyramid/K-vector → Wahba → Quaternion 16 byte</a:t>
            </a:r>
          </a:p>
          <a:p>
            <a:pPr>
              <a:spcBef>
                <a:spcPts val="20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Cuộc thi Sáng tạo trẻ Quốc gia — Trí tuệ nhân tạo 2026 (Bảng C)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Trường Đại học Bách khoa, Đại học Đà Nẵng
Khoa Công nghệ thông tin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B8C9DC"/>
                </a:solidFill>
                <a:latin typeface="Calibri"/>
              </a:rPr>
              <a:t>Đội: Hoàng Trần Đức Hải · Nguyễn Tiến · Mai Tạ Trúc Vy
GVHD: TS. Nguyễn Năng Hùng Vân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Nội dung thuyết trình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Bài toán lost-in-space và quaternion 16 byte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Pipeline cổ điển + CNN centroid tùy chọn (d_th=2)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Kết quả đo hd1024: CoG thắng RMSE trên bộ sạch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Điểm sáng tạo: ảnh núi thật LOST — CoG sao giả / CNN lọc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Trích dẫn Zhao et al. (arXiv:2404.19108) — tách khỏi số đo nhóm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Giới hạn &amp;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1. Bài toán lost-in-space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Không biết hướng nhìn ban đầu trên bầu trời.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Đầu ra: quaternion J2000 — 4×float32 = 16 byte.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Giải bằng hình học góc giữa các sao.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Demo mặc định không ML; CNN chỉ tùy chọn cho centroid.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2. Đường ống thuật toán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2993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Pyramid (Mortari) + K-vector · Yale BSC5 V ≤ 6.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Wahba SVD/QUEST → quaternion.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CNN: MobileUNet công khai, d_th=2 (public), không huấn luyện lại.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3. Hình học camera / bộ đo 1024</a:t>
            </a:r>
          </a:p>
        </p:txBody>
      </p:sp>
      <p:pic>
        <p:nvPicPr>
          <p:cNvPr id="3" name="Picture 2" descr="camera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241280" cy="5068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4. Ảnh sao benchmark hd1024</a:t>
            </a:r>
          </a:p>
        </p:txBody>
      </p:sp>
      <p:pic>
        <p:nvPicPr>
          <p:cNvPr id="3" name="Picture 2" descr="starfield_hd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46" y="1038664"/>
            <a:ext cx="7426569" cy="5299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5. Kết quả đo (d_th=2)</a:t>
            </a:r>
          </a:p>
          <a:p>
            <a:r>
              <a:rPr sz="1200" b="0">
                <a:solidFill>
                  <a:srgbClr val="D6E4F0"/>
                </a:solidFill>
                <a:latin typeface="Calibri"/>
              </a:rPr>
              <a:t>centroid_benchmark_hd1024_thr2.json — lần ngưỡng sai đã loại</a:t>
            </a:r>
          </a:p>
        </p:txBody>
      </p:sp>
      <p:pic>
        <p:nvPicPr>
          <p:cNvPr id="3" name="Picture 2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155680" cy="24070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500 khung 1024×683, tái dùng ảnh có sẵn, GPU NVIDIA GeForce RTX 5070 Laptop GPU.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CoG: RMSE tb 0.1804 px · 34.23 ms tv (~0.034 s/khung).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CNN: RMSE tb 0.4745 px · 60.17 ms tv (~0.060 s/khung); khớp 25050/27017.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Trên bộ sạch này CoG vừa nhanh hơn vừa chính xác hơn CNN công khai.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Lóa mạnh 40 khung: CoG RMSE 0.1449 px vs CNN 0.3951 px — CNN không thắng RMSE.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Lần d_th≈0,707 đã loại. Cổng CNN «cấp 6 trở lên sáng»: có trên web; 1 khung sim thử không thắng CoG.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6. Điểm sáng tạo — ảnh núi thật LOST</a:t>
            </a:r>
          </a:p>
          <a:p>
            <a:r>
              <a:rPr sz="1200" b="0">
                <a:solidFill>
                  <a:srgbClr val="D6E4F0"/>
                </a:solidFill>
                <a:latin typeface="Calibri"/>
              </a:rPr>
              <a:t>mount_st_helens_1.png · 4,2 mm · 4,1 µm · không phải ảnh nhóm chụp</a:t>
            </a:r>
          </a:p>
        </p:txBody>
      </p:sp>
      <p:pic>
        <p:nvPicPr>
          <p:cNvPr id="3" name="Picture 2" descr="mount_st_helens_cog_vs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467323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CoG: 111 điểm · núi/cây 25 · trời 86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CNN: 79 điểm · núi/cây 1 · trời 78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Cam = CoG đánh sao giả trên núi/cây; xanh = CNN gần như chỉ trên trời.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CNN web: RA 310.49° Dec +36.01° (Δ 0.038° vs LOST 310.446/+36.023) · ID 63/79 · ~5.1 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CoG web: RA 310.52° Dec +35.95° (Δ 0.094° vs LOST) · ID 64/106 · ~16.2 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Web khóa: CNN ~5 s · 63/79 · RA 310,49° Dec +36,01°; CoG ~16 s · 64/106 · RA 310,52° Dec +35,95° (cả hai ≲0,1° vs LOST).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CNN nhanh hơn trên ca núi vì không nhai sao giả địa hình — không claim luôn tốt hơn.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Sim sạch: CoG ~0,446″ vs CNN ~1,65″ — CoG vẫn chính xác hơn.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Video minh chứng + git remote: chưa kiểm được.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7. Trích dẫn Zhao et al.</a:t>
            </a:r>
          </a:p>
          <a:p>
            <a:r>
              <a:rPr sz="1200" b="0">
                <a:solidFill>
                  <a:srgbClr val="D6E4F0"/>
                </a:solidFill>
                <a:latin typeface="Calibri"/>
              </a:rPr>
              <a:t>arXiv:2404.19108 — số liệu TÁC GIẢ, không phải đo nhóm</a:t>
            </a:r>
          </a:p>
        </p:txBody>
      </p:sp>
      <p:pic>
        <p:nvPicPr>
          <p:cNvPr id="3" name="Picture 2" descr="project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3371045"/>
          </a:xfrm>
          <a:prstGeom prst="rect">
            <a:avLst/>
          </a:prstGeom>
        </p:spPr>
      </p:pic>
      <p:pic>
        <p:nvPicPr>
          <p:cNvPr id="4" name="Picture 3" descr="project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1954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Nguồn: Zhao et al., arXiv:2404.19108 — flowchart (trái) · night+stray (phải).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Table V: MobileUNet ≈ 0,020 s (~20 ms) trên RTX 2060M @ 640×480; Table VI: Coral TPU ≈ 266 ms.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Table III: RMSE MobileUNet ≈ 0,1695 px vs CoG ≈ 0,6966 px (ảnh tổng hợp của tác giả).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Đo nhóm (RTX 5070, 1024×683, d_th=2): CoG 0.1804 px / ~34 ms; CNN 0.4745 px / ~60 ms.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• Caption hình: Nguồn: Zhao et al., arXiv:2404.19108 — không phải đo của nhóm.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8. Kiến trúc &amp; chạy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camera → centroid (CoG|CNN) → Pyramid/K-vector → Wahba → quaternion 16 byte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CLI: python demo_star_tracker.py --mode fast --seed 42 --lookup --no-show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Web: python app.py → preset «Ảnh núi thật» / «Preset lóa mạnh»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JSON: centroid_benchmark_hd1024_thr2.json · mount_st_helens_centroid_compare.json · mount_st_helens_lost_compare.json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Thiếu: hai file video minh chứng; URL git remote — chưa kiểm được.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9. Giới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Demo laptop — không phải thiết bị bay.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Trên hd1024 sạch: CNN công khai lệch miền; RMSE cao hơn CoG.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Mặt nạ núi/cây là heuristic — kèm overlay để kiểm chứng mắt.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Attitude end-to-end (Δθ) trên bộ sim lớn: chưa kiểm được.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10.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Có AI không? — Demo mặc định không ML; CNN centroid tùy chọn công khai.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CNN có tốt hơn? — Trên 500 khung hd1024: chưa (RMSE). Trên ảnh núi thật: có — CoG núi/cây 25 vs CNN 1; web CNN 63/79 ~5 s RA 310,49° Dec +36,01°; CoG 64/106 ~16 s RA 310,52° Dec +35,95° (cả hai ≲0,1° vs LOST 310,446/+36,023).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Đầu ra? — Quaternion 16 byte (J2000).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Catalog? — Yale BSC5, V ≤ 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Kết · Cảm ơn quý thầy cô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Hệ lai + so sánh công khai + ca khó ảnh núi thật.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hd1024 (d_th=2): CoG RMSE tốt hơn CNN công khai trên bộ sạch.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Ảnh núi LOST: CNN lọc sao giả trên núi/cây tốt hơn CoG (đo thật).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Hồ sơ: AI2026_Ho-so-du-an_StarTracker.docx / 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GVHD: TS. Nguyễn Năng Hùng Vân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Trường Đại học Bách khoa, Đại học Đà Nẵng — Khoa Công nghệ thông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Trường Đại học Bách khoa, Đại học Đà Nẵng — Khoa Công nghệ thông tin    |   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1399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Tiến Nguyễn</cp:lastModifiedBy>
  <cp:revision>2</cp:revision>
  <dcterms:created xsi:type="dcterms:W3CDTF">2013-01-27T09:14:16Z</dcterms:created>
  <dcterms:modified xsi:type="dcterms:W3CDTF">2026-09-26T16:55:48Z</dcterms:modified>
  <cp:category/>
</cp:coreProperties>
</file>